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2860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OFPPT LOGO</a:t>
            </a:r>
          </a:p>
          <a:p>
            <a:r>
              <a:t>(Cliquez pour remplacer)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BOON - Gestion des Documents de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7315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C3C3C"/>
                </a:solidFill>
              </a:defRPr>
            </a:pPr>
            <a:r>
              <a:t>Presente par : Amine Nbaou</a:t>
            </a:r>
          </a:p>
          <a:p>
            <a:pPr algn="ctr">
              <a:defRPr sz="1800">
                <a:solidFill>
                  <a:srgbClr val="3C3C3C"/>
                </a:solidFill>
              </a:defRPr>
            </a:pPr>
            <a:r>
              <a:t>Promotion : DevOWFS 204</a:t>
            </a:r>
          </a:p>
          <a:p>
            <a:pPr algn="ctr">
              <a:defRPr sz="1800">
                <a:solidFill>
                  <a:srgbClr val="3C3C3C"/>
                </a:solidFill>
              </a:defRPr>
            </a:pPr>
            <a:r>
              <a:t>Annee : 2026</a:t>
            </a:r>
          </a:p>
          <a:p>
            <a:pPr algn="ctr">
              <a:defRPr sz="1800">
                <a:solidFill>
                  <a:srgbClr val="3C3C3C"/>
                </a:solidFill>
              </a:defRPr>
            </a:pPr>
            <a:r>
              <a:t>Etablissement : OFPPT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Sommaire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1. Introduction &amp; objectifs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2. Problematique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3. Fonctionnalites principales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4. Conception (Diagrammes)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5. Choix techniques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6. Realisation – Demonstration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7. Difficultes rencontrees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8. Bilan &amp; ameliorations possibles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9. Conclusion &amp;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Introduction &amp; 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Presentation generale : Application web collaborative pour gerer les documents sur les chantiers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* Bons de commande, factures, devis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Pourquoi ce projet ? 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* Gestion papier peu pratique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* Manque de tracabilite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* Difficulte de communication entre acteurs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Objectifs vises 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* Centraliser les documents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* Ameliorer la collaboration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* Generer des PDFs automatiquement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* Simplifier le partage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Problematique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Question claire :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Comment simplifier et centraliser la gestion des documents de construction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pour ameliorer la collaboration entre les acteurs d'un chantier ?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Reponse du projet :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BOON propose une plateforme unique avec 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* Gestion des salles de chantier ("rooms")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* 3 roles d'utilisateurs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* Partage securise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* Generation PDF automatique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Fonctionnalites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1. Gestion des salles de chantier (creation, acces, statut)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2. Creation et partage de documents (bon, facture, devis)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3. Lien entre ouvriers et fournisseurs dans une salle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4. Generation automatique de documents PDF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5. Tableaux de bord et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1. Diagramme de cas d'utilisation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2. Diagramme de classe (modele de donnees)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Diagramme de Cas d'Utilisation</a:t>
            </a:r>
          </a:p>
          <a:p/>
          <a:p>
            <a:r>
              <a:t>(Insérer UML/diagramme_cas_utilisation.svg)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8288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Diagramme de Classes</a:t>
            </a:r>
          </a:p>
          <a:p/>
          <a:p>
            <a:r>
              <a:t>(Insérer UML/diagramme_classes.svg)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Choix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Frontend : React 19 + JavaScript + Tailwind CSS + Vite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Backend : Laravel 12 (PHP) + API REST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Base de données : MySQL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Outils utilises : VS Code, Git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PDF : barryvdh/laravel-dompdf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Realisation –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Scenario principal :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1. Creation d'un compte Proprietaire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2. Creation d'une salle de chantier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3. Ouvrier rejoint la salle via le code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4. Ouvrier lie un fournisseur a la salle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5. Fournisseur cree un devis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6. Telechargement du PDF et partage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Difficultes rencontrees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1. Authentification securisee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-&gt; Solution : Tokens d'acces + refresh tokens, middleware Laravel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2. Generation PDF responsive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-&gt; Solution : Bibliotheque barryvdh/laravel-dompdf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3. Gestion des droits d'acces par role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-&gt; Solution : Middleware personnalise BoonRequireRole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Bilan &amp; ameliorations possibles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Ce qui a ete reussi 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* MVP complet fonctionnel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* Tous les objectifs atteints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* Teste avec les 3 roles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Ameliorations possibles 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* Deploiement sur le cloud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* Notifications push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* Mode hors ligne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* Historique des modifications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Competences developpees 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* Full Stack (React + Laravel)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* Conception UML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* Gestion de projet Git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2860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3366"/>
                </a:solidFill>
              </a:defRPr>
            </a:pPr>
            <a:r>
              <a:t>BOON ameliore la productivite sur les chantiers en centralisant les documents et simplifiant la collaboration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C3C3C"/>
                </a:solidFill>
              </a:defRPr>
            </a:pPr>
            <a:r>
              <a:t>Merci pour votre attention !</a:t>
            </a:r>
          </a:p>
          <a:p>
            <a:pPr algn="ctr">
              <a:defRPr sz="1800">
                <a:solidFill>
                  <a:srgbClr val="3C3C3C"/>
                </a:solidFill>
              </a:defRPr>
            </a:pPr>
            <a:r>
              <a:t>Questions ?</a:t>
            </a:r>
          </a:p>
          <a:p>
            <a:pPr algn="ctr">
              <a:defRPr sz="1800">
                <a:solidFill>
                  <a:srgbClr val="3C3C3C"/>
                </a:solidFill>
              </a:defRPr>
            </a:pPr>
          </a:p>
          <a:p>
            <a:pPr algn="ctr">
              <a:defRPr sz="1800">
                <a:solidFill>
                  <a:srgbClr val="3C3C3C"/>
                </a:solidFill>
              </a:defRPr>
            </a:pPr>
            <a:r>
              <a:t>GitHub : https://github.com/aminenb07/boon_V1</a:t>
            </a:r>
          </a:p>
          <a:p>
            <a:pPr algn="ctr">
              <a:defRPr sz="1800">
                <a:solidFill>
                  <a:srgbClr val="3C3C3C"/>
                </a:solidFill>
              </a:defRPr>
            </a:pPr>
            <a:r>
              <a:t>Email : aminenb061@gmail.com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