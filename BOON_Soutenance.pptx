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o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2286000" cy="2286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0" y="91440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3366"/>
                </a:solidFill>
              </a:defRPr>
            </a:pPr>
            <a:r>
              <a:t>OFPPT 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3366"/>
                </a:solidFill>
              </a:defRPr>
            </a:pPr>
            <a:r>
              <a:t>BOON - Gestion des Documents de Construction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3C3C3C"/>
                </a:solidFill>
              </a:defRPr>
            </a:pPr>
            <a:r>
              <a:t>Système collaboratif pour les chantiers de construction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943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46464"/>
                </a:solidFill>
              </a:defRPr>
            </a:pPr>
            <a:r>
              <a:t>OFPPT - Soutenance de Projet | Amine Nbaou | DevOWFS 204 |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8638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003366"/>
                </a:solidFill>
              </a:defRPr>
            </a:pPr>
            <a:r>
              <a:t>Présentation du Projet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</a:defRPr>
            </a:pPr>
            <a:r>
              <a:t>Application web collaborative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</a:defRPr>
            </a:pPr>
            <a:r>
              <a:t>Pour les chantiers de construction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</a:defRPr>
            </a:pPr>
            <a:r>
              <a:t>Gère les bons de commande, factures et devis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</a:defRPr>
            </a:pPr>
            <a:r>
              <a:t>3 rôles: Propriétaire, Ouvrier, Fournisseur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8638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003366"/>
                </a:solidFill>
              </a:defRPr>
            </a:pPr>
            <a:r>
              <a:t>Problème &amp; Objectifs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</a:defRPr>
            </a:pPr>
            <a:r>
              <a:t>Gestion des documents papier peu pratique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</a:defRPr>
            </a:pPr>
            <a:r>
              <a:t>Manque de traçabilité sur les chantiers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</a:defRPr>
            </a:pPr>
            <a:r>
              <a:t>Difficulté de communication entre acteurs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8638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003366"/>
                </a:solidFill>
              </a:defRPr>
            </a:pPr>
            <a:r>
              <a:t>Solution Proposée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</a:defRPr>
            </a:pPr>
            <a:r>
              <a:t>Application web responsive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</a:defRPr>
            </a:pPr>
            <a:r>
              <a:t>Stockage centralisé des documents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</a:defRPr>
            </a:pPr>
            <a:r>
              <a:t>Collaboration via salles de chantier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</a:defRPr>
            </a:pPr>
            <a:r>
              <a:t>Génération PDF automatique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</a:defRPr>
            </a:pPr>
            <a:r>
              <a:t>Partage via WhatsApp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8638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003366"/>
                </a:solidFill>
              </a:defRPr>
            </a:pPr>
            <a:r>
              <a:t>Fonctionnalités Principales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</a:defRPr>
            </a:pPr>
            <a:r>
              <a:t>1. Gestion des salles de chantier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</a:defRPr>
            </a:pPr>
            <a:r>
              <a:t>2. Création et partage de documents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</a:defRPr>
            </a:pPr>
            <a:r>
              <a:t>3. Génération PDF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</a:defRPr>
            </a:pPr>
            <a:r>
              <a:t>4. Lien Ouvrier-Fournisseur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</a:defRPr>
            </a:pPr>
            <a:r>
              <a:t>5. Tableaux de bord et analytics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8638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003366"/>
                </a:solidFill>
              </a:defRPr>
            </a:pPr>
            <a:r>
              <a:t>Flux Utilisateur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</a:defRPr>
            </a:pPr>
            <a:r>
              <a:t>Propriétaire: Crée salle → Invite → Voir docs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</a:defRPr>
            </a:pPr>
            <a:r>
              <a:t>Ouvrier: Rejoindre salle → Lier fournisseur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</a:defRPr>
            </a:pPr>
            <a:r>
              <a:t>Fournisseur: Créer docs → Partager dans salle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8638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003366"/>
                </a:solidFill>
              </a:defRPr>
            </a:pPr>
            <a:r>
              <a:t>Architecture Technique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</a:defRPr>
            </a:pPr>
            <a:r>
              <a:t>Frontend: React 19 + Vite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</a:defRPr>
            </a:pPr>
            <a:r>
              <a:t>Backend: Laravel 12 API REST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</a:defRPr>
            </a:pPr>
            <a:r>
              <a:t>Base de données: SQLite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</a:defRPr>
            </a:pPr>
            <a:r>
              <a:t>Déploiement: Locale (future: cloud)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8638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003366"/>
                </a:solidFill>
              </a:defRPr>
            </a:pPr>
            <a:r>
              <a:t>Conception Base de Données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</a:defRPr>
            </a:pPr>
            <a:r>
              <a:t>Tables principales: users, rooms, documents, items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</a:defRPr>
            </a:pPr>
            <a:r>
              <a:t>3 rôles: owner, worker, supplier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</a:defRPr>
            </a:pPr>
            <a:r>
              <a:t>Lien many-to-many: worker_supplier_links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8638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003366"/>
                </a:solidFill>
              </a:defRPr>
            </a:pPr>
            <a:r>
              <a:t>Stack Technique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</a:defRPr>
            </a:pPr>
            <a:r>
              <a:t>Frontend: React 19, TypeScript, Tailwind CSS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</a:defRPr>
            </a:pPr>
            <a:r>
              <a:t>Backend: Laravel 12, PHP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</a:defRPr>
            </a:pPr>
            <a:r>
              <a:t>PDF: laravel-dompdf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</a:defRPr>
            </a:pPr>
            <a:r>
              <a:t>Build: Vite, Composer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8638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003366"/>
                </a:solidFill>
              </a:defRPr>
            </a:pPr>
            <a:r>
              <a:t>Scénario de Démonstration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</a:defRPr>
            </a:pPr>
            <a:r>
              <a:t>1. Créer un compte (Propriétaire)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</a:defRPr>
            </a:pPr>
            <a:r>
              <a:t>2. Créer une salle de chantier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</a:defRPr>
            </a:pPr>
            <a:r>
              <a:t>3. Ouvrier rejoint et lie fournisseur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</a:defRPr>
            </a:pPr>
            <a:r>
              <a:t>4. Fournisseur crée un devis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</a:defRPr>
            </a:pPr>
            <a:r>
              <a:t>5. Télécharger le PDF et partager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8638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003366"/>
                </a:solidFill>
              </a:defRPr>
            </a:pPr>
            <a:r>
              <a:t>Défis &amp; Solutions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</a:defRPr>
            </a:pPr>
            <a:r>
              <a:t>Authentification sécurisée: Tokens avec refresh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</a:defRPr>
            </a:pPr>
            <a:r>
              <a:t>PDF responsive: laravel-dompdf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</a:defRPr>
            </a:pPr>
            <a:r>
              <a:t>Gestion des rôles: Middlewares Laravel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8638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003366"/>
                </a:solidFill>
              </a:defRPr>
            </a:pPr>
            <a:r>
              <a:t>Résultats &amp; Perspectives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</a:defRPr>
            </a:pPr>
            <a:r>
              <a:t>MVP fonctionnel complet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</a:defRPr>
            </a:pPr>
            <a:r>
              <a:t>Testé avec des rôles réels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</a:defRPr>
            </a:pPr>
            <a:r>
              <a:t>Futures améliorations: Cloud, Notifications push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o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2286000" cy="2286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4114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3366"/>
                </a:solidFill>
              </a:defRPr>
            </a:pPr>
            <a:r>
              <a:t>Merci pour votre attention 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21208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3C3C3C"/>
                </a:solidFill>
              </a:defRPr>
            </a:pPr>
            <a:r>
              <a:t>Questions ?</a:t>
            </a:r>
          </a:p>
          <a:p>
            <a:r>
              <a:t>GitHub: https://github.com/aminenb07/boon_V1 | Contact: aminenb061@gmail.com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